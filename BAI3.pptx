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2"/>
            </a:gs>
            <a:gs pos="0">
              <a:schemeClr val="accent2">
                <a:lumMod val="25000"/>
                <a:lumOff val="75000"/>
              </a:schemeClr>
            </a:gs>
            <a:gs pos="100000">
              <a:schemeClr val="accent2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4833" y="448945"/>
            <a:ext cx="113842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Nhận </a:t>
            </a:r>
            <a:r>
              <a:rPr lang="en-US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đ</a:t>
            </a:r>
            <a:r>
              <a:rPr lang="en-US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ơn chỉ với 4 b</a:t>
            </a:r>
            <a:r>
              <a:rPr lang="en-US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ư</a:t>
            </a:r>
            <a:r>
              <a:rPr lang="en-US" alt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ớc.</a:t>
            </a:r>
            <a:endParaRPr lang="en-US" altLang="en-US" sz="72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87020" y="2105025"/>
            <a:ext cx="11817350" cy="894080"/>
            <a:chOff x="590" y="3315"/>
            <a:chExt cx="18610" cy="1408"/>
          </a:xfrm>
        </p:grpSpPr>
        <p:sp>
          <p:nvSpPr>
            <p:cNvPr id="7" name="Oval 6"/>
            <p:cNvSpPr/>
            <p:nvPr/>
          </p:nvSpPr>
          <p:spPr>
            <a:xfrm>
              <a:off x="590" y="3315"/>
              <a:ext cx="1500" cy="14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/>
                <a:t>1</a:t>
              </a:r>
              <a:endParaRPr lang="en-US"/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2228" y="3608"/>
              <a:ext cx="1697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800">
                  <a:solidFill>
                    <a:srgbClr val="7030A0"/>
                  </a:solidFill>
                </a:rPr>
                <a:t>Bật chế </a:t>
              </a:r>
              <a:r>
                <a:rPr lang="en-US" altLang="en-US" sz="2800">
                  <a:solidFill>
                    <a:srgbClr val="7030A0"/>
                  </a:solidFill>
                </a:rPr>
                <a:t>đ</a:t>
              </a:r>
              <a:r>
                <a:rPr lang="en-US" altLang="en-US" sz="2800">
                  <a:solidFill>
                    <a:srgbClr val="7030A0"/>
                  </a:solidFill>
                </a:rPr>
                <a:t>ộ “Sẵn sàng” trên ứng dụng</a:t>
              </a:r>
              <a:endParaRPr lang="en-US" altLang="en-US" sz="2800">
                <a:solidFill>
                  <a:srgbClr val="7030A0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74650" y="3190875"/>
            <a:ext cx="7814310" cy="1026795"/>
            <a:chOff x="590" y="5025"/>
            <a:chExt cx="12306" cy="1617"/>
          </a:xfrm>
        </p:grpSpPr>
        <p:sp>
          <p:nvSpPr>
            <p:cNvPr id="12" name="Oval 11"/>
            <p:cNvSpPr/>
            <p:nvPr/>
          </p:nvSpPr>
          <p:spPr>
            <a:xfrm>
              <a:off x="590" y="5025"/>
              <a:ext cx="1500" cy="14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/>
                <a:t>2</a:t>
              </a:r>
              <a:endParaRPr lang="en-US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2090" y="5142"/>
              <a:ext cx="10807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Xem nhanh 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đ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iểm lấy, 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đ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iểm giao, phí ship</a:t>
              </a:r>
              <a:endParaRPr lang="en-US" altLang="en-US" sz="2800">
                <a:solidFill>
                  <a:srgbClr val="7030A0"/>
                </a:solidFill>
                <a:sym typeface="+mn-ea"/>
              </a:endParaRPr>
            </a:p>
            <a:p>
              <a:endParaRPr lang="en-US" altLang="en-US" sz="2800">
                <a:solidFill>
                  <a:srgbClr val="7030A0"/>
                </a:solidFill>
                <a:sym typeface="+mn-ea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74650" y="4276725"/>
            <a:ext cx="7265670" cy="1069975"/>
            <a:chOff x="590" y="6735"/>
            <a:chExt cx="11442" cy="1685"/>
          </a:xfrm>
        </p:grpSpPr>
        <p:sp>
          <p:nvSpPr>
            <p:cNvPr id="13" name="Oval 12"/>
            <p:cNvSpPr/>
            <p:nvPr/>
          </p:nvSpPr>
          <p:spPr>
            <a:xfrm>
              <a:off x="590" y="6735"/>
              <a:ext cx="1500" cy="14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/>
                <a:t>3</a:t>
              </a:r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2228" y="6920"/>
              <a:ext cx="9804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Bấm “Nhận 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đ</a:t>
              </a:r>
              <a:r>
                <a:rPr lang="en-US" altLang="en-US" sz="2800">
                  <a:solidFill>
                    <a:srgbClr val="7030A0"/>
                  </a:solidFill>
                  <a:sym typeface="+mn-ea"/>
                </a:rPr>
                <a:t>ơn” trong vòng 30 giây</a:t>
              </a:r>
              <a:endParaRPr lang="en-US" altLang="en-US" sz="2800">
                <a:solidFill>
                  <a:srgbClr val="7030A0"/>
                </a:solidFill>
                <a:sym typeface="+mn-ea"/>
              </a:endParaRPr>
            </a:p>
            <a:p>
              <a:endParaRPr lang="en-US" altLang="en-US" sz="2800">
                <a:solidFill>
                  <a:srgbClr val="7030A0"/>
                </a:solidFill>
                <a:sym typeface="+mn-ea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74650" y="5628005"/>
            <a:ext cx="7265670" cy="894080"/>
            <a:chOff x="590" y="8863"/>
            <a:chExt cx="11442" cy="1408"/>
          </a:xfrm>
        </p:grpSpPr>
        <p:sp>
          <p:nvSpPr>
            <p:cNvPr id="14" name="Oval 13"/>
            <p:cNvSpPr/>
            <p:nvPr/>
          </p:nvSpPr>
          <p:spPr>
            <a:xfrm>
              <a:off x="590" y="8863"/>
              <a:ext cx="1500" cy="14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/>
                <a:t>4</a:t>
              </a:r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2228" y="9190"/>
              <a:ext cx="980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sz="2800" b="1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sym typeface="+mn-ea"/>
                </a:rPr>
                <a:t>Đến điểm lấy,</a:t>
              </a:r>
              <a:r>
                <a:rPr sz="2800">
                  <a:solidFill>
                    <a:srgbClr val="C9D3E3"/>
                  </a:solidFill>
                  <a:latin typeface="Calibri" panose="020F0502020204030204"/>
                  <a:ea typeface="Calibri" panose="020F0502020204030204"/>
                  <a:sym typeface="+mn-ea"/>
                </a:rPr>
                <a:t> xác nhận bằng mã đơn</a:t>
              </a:r>
              <a:endParaRPr sz="2800">
                <a:solidFill>
                  <a:srgbClr val="C9D3E3"/>
                </a:solidFill>
                <a:latin typeface="Calibri" panose="020F0502020204030204"/>
                <a:ea typeface="Calibri" panose="020F0502020204030204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Presentation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PNN</dc:creator>
  <cp:lastModifiedBy>Phát Nguyễn Thành</cp:lastModifiedBy>
  <cp:revision>2</cp:revision>
  <dcterms:created xsi:type="dcterms:W3CDTF">2026-10-27T02:20:00Z</dcterms:created>
  <dcterms:modified xsi:type="dcterms:W3CDTF">2026-10-27T02:26:17Z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E2DADAE4689C4DE9806B897158DE3531_13</vt:lpwstr>
  </property>
</Properties>
</file>